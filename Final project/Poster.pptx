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2"/>
  </p:sldMasterIdLst>
  <p:notesMasterIdLst>
    <p:notesMasterId r:id="rId4"/>
  </p:notesMasterIdLst>
  <p:handoutMasterIdLst>
    <p:handoutMasterId r:id="rId5"/>
  </p:handoutMasterIdLst>
  <p:sldIdLst>
    <p:sldId id="256" r:id="rId3"/>
  </p:sldIdLst>
  <p:sldSz cx="43891200" cy="32918400"/>
  <p:notesSz cx="6858000" cy="9144000"/>
  <p:defaultTextStyle>
    <a:defPPr>
      <a:defRPr lang="en-US"/>
    </a:defPPr>
    <a:lvl1pPr marL="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1pPr>
    <a:lvl2pPr marL="1843430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4pPr>
    <a:lvl5pPr marL="737372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6pPr>
    <a:lvl7pPr marL="11060582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725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6" autoAdjust="0"/>
    <p:restoredTop sz="94660"/>
  </p:normalViewPr>
  <p:slideViewPr>
    <p:cSldViewPr snapToGrid="0">
      <p:cViewPr varScale="1">
        <p:scale>
          <a:sx n="24" d="100"/>
          <a:sy n="24" d="100"/>
        </p:scale>
        <p:origin x="4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9" d="100"/>
          <a:sy n="69" d="100"/>
        </p:scale>
        <p:origin x="2706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0" i="0" u="none" strike="noStrike" kern="1200" cap="none" spc="50" normalizeH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j-ea"/>
              <a:cs typeface="+mj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4F-4433-866E-096DB82B01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4F-4433-866E-096DB82B01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>
                <a:alpha val="7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84F-4433-866E-096DB82B0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419234352"/>
        <c:axId val="419234912"/>
      </c:barChart>
      <c:catAx>
        <c:axId val="419234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234912"/>
        <c:crosses val="autoZero"/>
        <c:auto val="1"/>
        <c:lblAlgn val="ctr"/>
        <c:lblOffset val="100"/>
        <c:noMultiLvlLbl val="0"/>
      </c:catAx>
      <c:valAx>
        <c:axId val="41923491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92343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587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 cap="none" spc="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>
            <a:alpha val="70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70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 baseline="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128" b="0" i="0" kern="1200" cap="none" spc="5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587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 spc="20" baseline="0"/>
  </cs:valueAxis>
  <cs:wall>
    <cs:lnRef idx="0"/>
    <cs:fillRef idx="0"/>
    <cs:effectRef idx="0"/>
    <cs:fontRef idx="minor">
      <a:schemeClr val="dk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C0B079-A316-4C9B-B165-DF9EA8325D2C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A0EAE6-B4B6-49B7-9049-B371250BE0F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4663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F28AB8-57D1-494F-9851-055AD867E790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C7F044-5458-4B2E-BFA0-52AAA1C529D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808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nstructions"/>
          <p:cNvSpPr/>
          <p:nvPr userDrawn="1"/>
        </p:nvSpPr>
        <p:spPr>
          <a:xfrm>
            <a:off x="44302680" y="-1"/>
            <a:ext cx="12447270" cy="329184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t"/>
          <a:lstStyle/>
          <a:p>
            <a:pPr lvl="0">
              <a:spcBef>
                <a:spcPts val="1200"/>
              </a:spcBef>
            </a:pPr>
            <a:r>
              <a:rPr sz="9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Printing:</a:t>
            </a:r>
          </a:p>
          <a:p>
            <a:pPr lvl="0">
              <a:spcBef>
                <a:spcPts val="1200"/>
              </a:spcBef>
            </a:pP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This poster is 48” wide by 36” high. It’s designed to be printed on a large-format printer.</a:t>
            </a:r>
          </a:p>
          <a:p>
            <a:pPr lvl="0">
              <a:spcBef>
                <a:spcPts val="300"/>
              </a:spcBef>
            </a:pPr>
            <a:endParaRPr sz="6000" dirty="0">
              <a:solidFill>
                <a:prstClr val="white">
                  <a:lumMod val="50000"/>
                </a:prstClr>
              </a:solidFill>
              <a:latin typeface="Calibri Light" panose="020F0302020204030204" pitchFamily="34" charset="0"/>
              <a:cs typeface="Calibri" panose="020F0502020204030204" pitchFamily="34" charset="0"/>
            </a:endParaRPr>
          </a:p>
          <a:p>
            <a:pPr lvl="0">
              <a:spcBef>
                <a:spcPts val="1200"/>
              </a:spcBef>
            </a:pPr>
            <a:r>
              <a:rPr sz="88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Customizing the Content:</a:t>
            </a:r>
          </a:p>
          <a:p>
            <a:pPr lvl="0">
              <a:spcBef>
                <a:spcPts val="1200"/>
              </a:spcBef>
            </a:pP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The placeholders in this 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poster </a:t>
            </a: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are formatted for you. 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Type</a:t>
            </a:r>
            <a:r>
              <a:rPr lang="en-US" sz="6600" baseline="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 in the placeholders 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to add text, or c</a:t>
            </a:r>
            <a:r>
              <a:rPr lang="en-US" sz="6600" baseline="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lick an icon to add a table, chart, SmartArt graphic, picture or multimedia file.</a:t>
            </a:r>
          </a:p>
          <a:p>
            <a:pPr lvl="0">
              <a:spcBef>
                <a:spcPts val="2400"/>
              </a:spcBef>
            </a:pP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T</a:t>
            </a: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o add or remove bullet points from text, click the Bullets button on the Home tab.</a:t>
            </a:r>
          </a:p>
          <a:p>
            <a:pPr lvl="0">
              <a:spcBef>
                <a:spcPts val="2400"/>
              </a:spcBef>
            </a:pP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If you need more placeholders for titles, 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content</a:t>
            </a: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 or body text, make a copy of what you need and drag it into place. PowerPoint’s Smart Guides will help you align it with everything else.</a:t>
            </a:r>
          </a:p>
          <a:p>
            <a:pPr lvl="0">
              <a:spcBef>
                <a:spcPts val="2400"/>
              </a:spcBef>
            </a:pP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Want to use your own picture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s</a:t>
            </a:r>
            <a:r>
              <a:rPr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 instead of ours? No problem!</a:t>
            </a:r>
            <a:r>
              <a:rPr lang="en-US" sz="6600" dirty="0">
                <a:solidFill>
                  <a:prstClr val="white">
                    <a:lumMod val="50000"/>
                  </a:prstClr>
                </a:solidFill>
                <a:latin typeface="Calibri Light" panose="020F0302020204030204" pitchFamily="34" charset="0"/>
                <a:cs typeface="Calibri" panose="020F0502020204030204" pitchFamily="34" charset="0"/>
              </a:rPr>
              <a:t> Just click a picture, press the Delete key, then click the icon to add your picture.</a:t>
            </a:r>
            <a:endParaRPr sz="6600" dirty="0">
              <a:solidFill>
                <a:prstClr val="white">
                  <a:lumMod val="50000"/>
                </a:prstClr>
              </a:solidFill>
              <a:latin typeface="Calibri Light" panose="020F03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36"/>
          </p:nvPr>
        </p:nvSpPr>
        <p:spPr bwMode="auto">
          <a:xfrm>
            <a:off x="1158240" y="4093905"/>
            <a:ext cx="30174412" cy="646331"/>
          </a:xfrm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3600">
                <a:solidFill>
                  <a:schemeClr val="bg1">
                    <a:lumMod val="75000"/>
                  </a:schemeClr>
                </a:solidFill>
              </a:defRPr>
            </a:lvl1pPr>
            <a:lvl2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2pPr>
            <a:lvl3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3pPr>
            <a:lvl4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4pPr>
            <a:lvl5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5pPr>
            <a:lvl6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6pPr>
            <a:lvl7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7pPr>
            <a:lvl8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8pPr>
            <a:lvl9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143000" y="5669280"/>
            <a:ext cx="12801600" cy="128016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9" hasCustomPrompt="1"/>
          </p:nvPr>
        </p:nvSpPr>
        <p:spPr bwMode="ltGray">
          <a:xfrm>
            <a:off x="1143000" y="7114032"/>
            <a:ext cx="12801600" cy="2732574"/>
          </a:xfrm>
          <a:solidFill>
            <a:schemeClr val="tx2">
              <a:lumMod val="10000"/>
              <a:lumOff val="90000"/>
            </a:schemeClr>
          </a:solidFill>
        </p:spPr>
        <p:txBody>
          <a:bodyPr lIns="365760" rIns="365760" anchor="ctr">
            <a:noAutofit/>
          </a:bodyPr>
          <a:lstStyle>
            <a:lvl1pPr marL="0" indent="0">
              <a:spcBef>
                <a:spcPts val="1200"/>
              </a:spcBef>
              <a:buFont typeface="Arial" panose="020B0604020202020204" pitchFamily="34" charset="0"/>
              <a:buNone/>
              <a:defRPr sz="4400" baseline="0"/>
            </a:lvl1pPr>
            <a:lvl2pPr marL="571500" indent="-571500">
              <a:spcBef>
                <a:spcPts val="1200"/>
              </a:spcBef>
              <a:buFont typeface="Arial" panose="020B0604020202020204" pitchFamily="34" charset="0"/>
              <a:buChar char="•"/>
              <a:defRPr sz="4400"/>
            </a:lvl2pPr>
            <a:lvl3pPr marL="571500" indent="-571500">
              <a:spcBef>
                <a:spcPts val="1200"/>
              </a:spcBef>
              <a:buFont typeface="Arial" panose="020B0604020202020204" pitchFamily="34" charset="0"/>
              <a:buChar char="•"/>
              <a:defRPr sz="4400"/>
            </a:lvl3pPr>
            <a:lvl4pPr marL="0" indent="0">
              <a:spcBef>
                <a:spcPts val="1200"/>
              </a:spcBef>
              <a:buNone/>
              <a:defRPr sz="4400"/>
            </a:lvl4pPr>
            <a:lvl5pPr marL="0" indent="0">
              <a:spcBef>
                <a:spcPts val="1200"/>
              </a:spcBef>
              <a:buNone/>
              <a:defRPr sz="4400"/>
            </a:lvl5pPr>
            <a:lvl6pPr marL="0" indent="0">
              <a:spcBef>
                <a:spcPts val="1200"/>
              </a:spcBef>
              <a:buNone/>
              <a:defRPr sz="4400"/>
            </a:lvl6pPr>
            <a:lvl7pPr marL="0" indent="0">
              <a:spcBef>
                <a:spcPts val="1200"/>
              </a:spcBef>
              <a:buNone/>
              <a:defRPr sz="4400"/>
            </a:lvl7pPr>
            <a:lvl8pPr marL="0" indent="0">
              <a:spcBef>
                <a:spcPts val="1200"/>
              </a:spcBef>
              <a:buNone/>
              <a:defRPr sz="4400"/>
            </a:lvl8pPr>
            <a:lvl9pPr marL="0" indent="0">
              <a:spcBef>
                <a:spcPts val="1200"/>
              </a:spcBef>
              <a:buNone/>
              <a:defRPr sz="4400"/>
            </a:lvl9pPr>
          </a:lstStyle>
          <a:p>
            <a:pPr lvl="0"/>
            <a:r>
              <a:rPr lang="en-US" dirty="0"/>
              <a:t>Type your question or a statement of the problem here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37" hasCustomPrompt="1"/>
          </p:nvPr>
        </p:nvSpPr>
        <p:spPr>
          <a:xfrm>
            <a:off x="1143000" y="10497312"/>
            <a:ext cx="12801600" cy="128016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7" name="Content Placeholder 17"/>
          <p:cNvSpPr>
            <a:spLocks noGrp="1"/>
          </p:cNvSpPr>
          <p:nvPr>
            <p:ph sz="quarter" idx="38" hasCustomPrompt="1"/>
          </p:nvPr>
        </p:nvSpPr>
        <p:spPr>
          <a:xfrm>
            <a:off x="1143000" y="11868912"/>
            <a:ext cx="12801600" cy="2807506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1143000" y="14950440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Content Placeholder 17"/>
          <p:cNvSpPr>
            <a:spLocks noGrp="1"/>
          </p:cNvSpPr>
          <p:nvPr>
            <p:ph sz="quarter" idx="25" hasCustomPrompt="1"/>
          </p:nvPr>
        </p:nvSpPr>
        <p:spPr>
          <a:xfrm>
            <a:off x="1143000" y="16440912"/>
            <a:ext cx="12801600" cy="6027461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13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1143000" y="22887432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1" name="Content Placeholder 17"/>
          <p:cNvSpPr>
            <a:spLocks noGrp="1"/>
          </p:cNvSpPr>
          <p:nvPr>
            <p:ph sz="quarter" idx="26" hasCustomPrompt="1"/>
          </p:nvPr>
        </p:nvSpPr>
        <p:spPr>
          <a:xfrm>
            <a:off x="1143000" y="24332184"/>
            <a:ext cx="12801600" cy="7296912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15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15544800" y="5669280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2" name="Content Placeholder 17"/>
          <p:cNvSpPr>
            <a:spLocks noGrp="1"/>
          </p:cNvSpPr>
          <p:nvPr>
            <p:ph sz="quarter" idx="27" hasCustomPrompt="1"/>
          </p:nvPr>
        </p:nvSpPr>
        <p:spPr>
          <a:xfrm>
            <a:off x="15544800" y="7114032"/>
            <a:ext cx="12801600" cy="6795556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40" hasCustomPrompt="1"/>
          </p:nvPr>
        </p:nvSpPr>
        <p:spPr>
          <a:xfrm>
            <a:off x="15544800" y="14328648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8" name="Content Placeholder 17"/>
          <p:cNvSpPr>
            <a:spLocks noGrp="1"/>
          </p:cNvSpPr>
          <p:nvPr>
            <p:ph sz="quarter" idx="23" hasCustomPrompt="1"/>
          </p:nvPr>
        </p:nvSpPr>
        <p:spPr>
          <a:xfrm>
            <a:off x="15544800" y="15773399"/>
            <a:ext cx="12801600" cy="6694973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29" hasCustomPrompt="1"/>
          </p:nvPr>
        </p:nvSpPr>
        <p:spPr>
          <a:xfrm>
            <a:off x="15544800" y="22887432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5" name="Content Placeholder 17"/>
          <p:cNvSpPr>
            <a:spLocks noGrp="1"/>
          </p:cNvSpPr>
          <p:nvPr>
            <p:ph sz="quarter" idx="30" hasCustomPrompt="1"/>
          </p:nvPr>
        </p:nvSpPr>
        <p:spPr>
          <a:xfrm>
            <a:off x="15544800" y="24332184"/>
            <a:ext cx="12801600" cy="7296912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26" name="Text Placeholder 6"/>
          <p:cNvSpPr>
            <a:spLocks noGrp="1"/>
          </p:cNvSpPr>
          <p:nvPr>
            <p:ph type="body" sz="quarter" idx="31" hasCustomPrompt="1"/>
          </p:nvPr>
        </p:nvSpPr>
        <p:spPr>
          <a:xfrm>
            <a:off x="29900880" y="5669280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7" name="Content Placeholder 17"/>
          <p:cNvSpPr>
            <a:spLocks noGrp="1"/>
          </p:cNvSpPr>
          <p:nvPr>
            <p:ph sz="quarter" idx="32" hasCustomPrompt="1"/>
          </p:nvPr>
        </p:nvSpPr>
        <p:spPr>
          <a:xfrm>
            <a:off x="29900880" y="7114032"/>
            <a:ext cx="12801600" cy="7315200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Nine</a:t>
            </a:r>
          </a:p>
        </p:txBody>
      </p:sp>
      <p:sp>
        <p:nvSpPr>
          <p:cNvPr id="28" name="Content Placeholder 17"/>
          <p:cNvSpPr>
            <a:spLocks noGrp="1"/>
          </p:cNvSpPr>
          <p:nvPr>
            <p:ph sz="quarter" idx="33" hasCustomPrompt="1"/>
          </p:nvPr>
        </p:nvSpPr>
        <p:spPr>
          <a:xfrm>
            <a:off x="29900880" y="14914834"/>
            <a:ext cx="12801600" cy="4538610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41" hasCustomPrompt="1"/>
          </p:nvPr>
        </p:nvSpPr>
        <p:spPr>
          <a:xfrm>
            <a:off x="29900880" y="19767596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0" name="Content Placeholder 17"/>
          <p:cNvSpPr>
            <a:spLocks noGrp="1"/>
          </p:cNvSpPr>
          <p:nvPr>
            <p:ph sz="quarter" idx="42" hasCustomPrompt="1"/>
          </p:nvPr>
        </p:nvSpPr>
        <p:spPr>
          <a:xfrm>
            <a:off x="29900880" y="21212348"/>
            <a:ext cx="12801600" cy="4344786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9" name="Text Placeholder 6"/>
          <p:cNvSpPr>
            <a:spLocks noGrp="1"/>
          </p:cNvSpPr>
          <p:nvPr>
            <p:ph type="body" sz="quarter" idx="34" hasCustomPrompt="1"/>
          </p:nvPr>
        </p:nvSpPr>
        <p:spPr>
          <a:xfrm>
            <a:off x="29900880" y="25722072"/>
            <a:ext cx="12801600" cy="1219200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91000">
                <a:schemeClr val="accent1"/>
              </a:gs>
              <a:gs pos="90000">
                <a:schemeClr val="tx1">
                  <a:lumMod val="65000"/>
                  <a:lumOff val="35000"/>
                </a:schemeClr>
              </a:gs>
              <a:gs pos="100000">
                <a:schemeClr val="accent1"/>
              </a:gs>
            </a:gsLst>
            <a:lin ang="5400000" scaled="1"/>
          </a:gradFill>
        </p:spPr>
        <p:txBody>
          <a:bodyPr lIns="365760" anchor="ctr">
            <a:noAutofit/>
          </a:bodyPr>
          <a:lstStyle>
            <a:lvl1pPr marL="0" indent="0" algn="ctr">
              <a:spcBef>
                <a:spcPts val="0"/>
              </a:spcBef>
              <a:buNone/>
              <a:defRPr sz="5400" cap="none" baseline="0">
                <a:solidFill>
                  <a:schemeClr val="bg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6000" cap="all" baseline="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30" name="Content Placeholder 17"/>
          <p:cNvSpPr>
            <a:spLocks noGrp="1"/>
          </p:cNvSpPr>
          <p:nvPr>
            <p:ph sz="quarter" idx="35" hasCustomPrompt="1"/>
          </p:nvPr>
        </p:nvSpPr>
        <p:spPr>
          <a:xfrm>
            <a:off x="29900880" y="27166824"/>
            <a:ext cx="12801600" cy="4462272"/>
          </a:xfrm>
        </p:spPr>
        <p:txBody>
          <a:bodyPr lIns="91440" tIns="182880"/>
          <a:lstStyle>
            <a:lvl1pPr>
              <a:defRPr sz="3200" baseline="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en-US" dirty="0"/>
              <a:t>Use this placeholder to add text or other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A57DF-1C19-4726-AB84-014692BAD8F5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4C631-C489-4C11-812F-2172FBEAE82B}" type="slidenum">
              <a:rPr lang="en-US" smtClean="0"/>
              <a:t>‹Nº›</a:t>
            </a:fld>
            <a:endParaRPr lang="en-US"/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43"/>
          </p:nvPr>
        </p:nvSpPr>
        <p:spPr>
          <a:xfrm>
            <a:off x="32270700" y="0"/>
            <a:ext cx="11620500" cy="3842445"/>
          </a:xfrm>
          <a:effectDag name="">
            <a:cont type="tree" name="">
              <a:effect ref="fillLine"/>
              <a:alphaMod>
                <a:cont name="">
                  <a:fill>
                    <a:gradFill>
                      <a:gsLst>
                        <a:gs pos="60000">
                          <a:srgbClr val="000000">
                            <a:alpha val="100000"/>
                          </a:srgbClr>
                        </a:gs>
                        <a:gs pos="97000">
                          <a:srgbClr val="000000">
                            <a:alpha val="0"/>
                          </a:srgbClr>
                        </a:gs>
                      </a:gsLst>
                      <a:lin ang="10800000"/>
                    </a:gradFill>
                  </a:fill>
                </a:cont>
              </a:alphaMod>
            </a:cont>
          </a:effectDag>
        </p:spPr>
        <p:txBody>
          <a:bodyPr lIns="91440" tIns="457200" rIns="9144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077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9168" userDrawn="1">
          <p15:clr>
            <a:srgbClr val="A4A3A4"/>
          </p15:clr>
        </p15:guide>
        <p15:guide id="2" pos="18480" userDrawn="1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ltGray">
          <a:xfrm>
            <a:off x="0" y="0"/>
            <a:ext cx="43891200" cy="5029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158240" y="685860"/>
            <a:ext cx="30175200" cy="297174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8240" y="6019800"/>
            <a:ext cx="41589960" cy="23629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3000" y="32114698"/>
            <a:ext cx="987552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AA57DF-1C19-4726-AB84-014692BAD8F5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18520" y="32114698"/>
            <a:ext cx="2185416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872680" y="32114698"/>
            <a:ext cx="987552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4C631-C489-4C11-812F-2172FBEAE82B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 bwMode="gray">
          <a:xfrm>
            <a:off x="0" y="3886200"/>
            <a:ext cx="43891200" cy="1143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/>
          <p:nvPr userDrawn="1"/>
        </p:nvCxnSpPr>
        <p:spPr>
          <a:xfrm>
            <a:off x="0" y="3886200"/>
            <a:ext cx="43891200" cy="0"/>
          </a:xfrm>
          <a:prstGeom prst="line">
            <a:avLst/>
          </a:prstGeom>
          <a:ln w="114300"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807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11500" b="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" indent="-457200" algn="l" defTabSz="4389120" rtl="0" eaLnBrk="1" latinLnBrk="0" hangingPunct="1">
        <a:lnSpc>
          <a:spcPct val="100000"/>
        </a:lnSpc>
        <a:spcBef>
          <a:spcPts val="1200"/>
        </a:spcBef>
        <a:buClr>
          <a:schemeClr val="bg1">
            <a:lumMod val="65000"/>
          </a:schemeClr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720" userDrawn="1">
          <p15:clr>
            <a:srgbClr val="A4A3A4"/>
          </p15:clr>
        </p15:guide>
        <p15:guide id="3" pos="26928" userDrawn="1">
          <p15:clr>
            <a:srgbClr val="A4A3A4"/>
          </p15:clr>
        </p15:guide>
        <p15:guide id="4" pos="13824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Project Title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r>
              <a:rPr lang="en-US" dirty="0"/>
              <a:t>Your name | Huntington University | CS 415 Database Management – Fall 2025 - Final Project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25"/>
          </p:nvPr>
        </p:nvSpPr>
        <p:spPr>
          <a:xfrm>
            <a:off x="1188720" y="7137184"/>
            <a:ext cx="12801600" cy="3808991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Describe the business/organization/person that will use your database.</a:t>
            </a:r>
          </a:p>
          <a:p>
            <a:r>
              <a:rPr lang="en-US" dirty="0"/>
              <a:t>Describing how the database will be used from a user’s perspective.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1188720" y="21972225"/>
            <a:ext cx="12801600" cy="1219200"/>
          </a:xfrm>
        </p:spPr>
        <p:txBody>
          <a:bodyPr/>
          <a:lstStyle/>
          <a:p>
            <a:r>
              <a:rPr lang="en-US" dirty="0"/>
              <a:t>ER Model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70" name="Text Placeholder 69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en-US" dirty="0"/>
              <a:t>Queries</a:t>
            </a:r>
          </a:p>
        </p:txBody>
      </p:sp>
      <p:sp>
        <p:nvSpPr>
          <p:cNvPr id="17" name="Content Placeholder 16"/>
          <p:cNvSpPr>
            <a:spLocks noGrp="1"/>
          </p:cNvSpPr>
          <p:nvPr>
            <p:ph sz="quarter" idx="30"/>
          </p:nvPr>
        </p:nvSpPr>
        <p:spPr>
          <a:xfrm>
            <a:off x="15544800" y="15966908"/>
            <a:ext cx="12801600" cy="15436636"/>
          </a:xfrm>
        </p:spPr>
        <p:txBody>
          <a:bodyPr/>
          <a:lstStyle/>
          <a:p>
            <a:r>
              <a:rPr lang="en-US" dirty="0"/>
              <a:t>Describe or show key queries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 dirty="0"/>
              <a:t>Reports</a:t>
            </a:r>
          </a:p>
        </p:txBody>
      </p:sp>
      <p:graphicFrame>
        <p:nvGraphicFramePr>
          <p:cNvPr id="19" name="Content Placeholder 18" descr="Clustered column chart" title="Chart"/>
          <p:cNvGraphicFramePr>
            <a:graphicFrameLocks noGrp="1"/>
          </p:cNvGraphicFramePr>
          <p:nvPr>
            <p:ph sz="quarter" idx="32"/>
            <p:extLst>
              <p:ext uri="{D42A27DB-BD31-4B8C-83A1-F6EECF244321}">
                <p14:modId xmlns:p14="http://schemas.microsoft.com/office/powerpoint/2010/main" val="4151009361"/>
              </p:ext>
            </p:extLst>
          </p:nvPr>
        </p:nvGraphicFramePr>
        <p:xfrm>
          <a:off x="29900563" y="7113588"/>
          <a:ext cx="12801600" cy="731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sz="quarter" idx="33"/>
          </p:nvPr>
        </p:nvSpPr>
        <p:spPr/>
        <p:txBody>
          <a:bodyPr/>
          <a:lstStyle/>
          <a:p>
            <a:r>
              <a:rPr lang="en-US" dirty="0"/>
              <a:t>Show sample reports and/or charts</a:t>
            </a:r>
          </a:p>
        </p:txBody>
      </p:sp>
      <p:sp>
        <p:nvSpPr>
          <p:cNvPr id="71" name="Text Placeholder 70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15" name="Content Placeholder 14"/>
          <p:cNvSpPr>
            <a:spLocks noGrp="1"/>
          </p:cNvSpPr>
          <p:nvPr>
            <p:ph sz="quarter" idx="42"/>
          </p:nvPr>
        </p:nvSpPr>
        <p:spPr/>
        <p:txBody>
          <a:bodyPr/>
          <a:lstStyle/>
          <a:p>
            <a:r>
              <a:rPr lang="en-US" dirty="0"/>
              <a:t>Describe Future Work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lang="en-US"/>
              <a:t>Works Cited</a:t>
            </a:r>
            <a:endParaRPr lang="en-US" dirty="0"/>
          </a:p>
        </p:txBody>
      </p:sp>
      <p:sp>
        <p:nvSpPr>
          <p:cNvPr id="22" name="Content Placeholder 21"/>
          <p:cNvSpPr>
            <a:spLocks noGrp="1"/>
          </p:cNvSpPr>
          <p:nvPr>
            <p:ph sz="quarter" idx="35"/>
          </p:nvPr>
        </p:nvSpPr>
        <p:spPr/>
        <p:txBody>
          <a:bodyPr/>
          <a:lstStyle/>
          <a:p>
            <a:r>
              <a:rPr lang="en-US" dirty="0"/>
              <a:t>Include print and electronic sources in alphabetical order</a:t>
            </a:r>
          </a:p>
        </p:txBody>
      </p:sp>
      <p:pic>
        <p:nvPicPr>
          <p:cNvPr id="14" name="Picture Placeholder 13" descr="A close-up of a white background&#10;&#10;Description automatically generated">
            <a:extLst>
              <a:ext uri="{FF2B5EF4-FFF2-40B4-BE49-F238E27FC236}">
                <a16:creationId xmlns:a16="http://schemas.microsoft.com/office/drawing/2014/main" id="{55F4468A-BD95-ED33-F17B-AD202F16153C}"/>
              </a:ext>
            </a:extLst>
          </p:cNvPr>
          <p:cNvPicPr>
            <a:picLocks noGrp="1" noChangeAspect="1"/>
          </p:cNvPicPr>
          <p:nvPr>
            <p:ph type="pic" sz="quarter" idx="4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960" b="27960"/>
          <a:stretch>
            <a:fillRect/>
          </a:stretch>
        </p:blipFill>
        <p:spPr/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252BFEF-49C5-9959-C3E6-B091CB2C36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188720" y="11527430"/>
            <a:ext cx="12801600" cy="1219200"/>
          </a:xfrm>
        </p:spPr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28" name="Content Placeholder 11">
            <a:extLst>
              <a:ext uri="{FF2B5EF4-FFF2-40B4-BE49-F238E27FC236}">
                <a16:creationId xmlns:a16="http://schemas.microsoft.com/office/drawing/2014/main" id="{E50E5B5E-DD9F-CFEA-93B8-500866A01D35}"/>
              </a:ext>
            </a:extLst>
          </p:cNvPr>
          <p:cNvSpPr txBox="1">
            <a:spLocks/>
          </p:cNvSpPr>
          <p:nvPr/>
        </p:nvSpPr>
        <p:spPr>
          <a:xfrm>
            <a:off x="1188720" y="13326658"/>
            <a:ext cx="12801600" cy="3808991"/>
          </a:xfrm>
          <a:prstGeom prst="rect">
            <a:avLst/>
          </a:prstGeom>
        </p:spPr>
        <p:txBody>
          <a:bodyPr vert="horz" lIns="91440" tIns="182880" rIns="91440" bIns="45720" rtlCol="0">
            <a:normAutofit/>
          </a:bodyPr>
          <a:lstStyle>
            <a:lvl1pPr marL="45720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3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Describe the overall design for your database, including any issues or design choices you made as part of the normalization process.</a:t>
            </a:r>
          </a:p>
          <a:p>
            <a:r>
              <a:rPr lang="en-US" dirty="0"/>
              <a:t>Describe the purpose of each table in your database.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1" name="Content Placeholder 16">
            <a:extLst>
              <a:ext uri="{FF2B5EF4-FFF2-40B4-BE49-F238E27FC236}">
                <a16:creationId xmlns:a16="http://schemas.microsoft.com/office/drawing/2014/main" id="{3827A9AE-824D-EFA3-9385-3D8D1D0E98F0}"/>
              </a:ext>
            </a:extLst>
          </p:cNvPr>
          <p:cNvSpPr txBox="1">
            <a:spLocks/>
          </p:cNvSpPr>
          <p:nvPr/>
        </p:nvSpPr>
        <p:spPr>
          <a:xfrm>
            <a:off x="15544800" y="7049509"/>
            <a:ext cx="12801600" cy="7072117"/>
          </a:xfrm>
          <a:prstGeom prst="rect">
            <a:avLst/>
          </a:prstGeom>
        </p:spPr>
        <p:txBody>
          <a:bodyPr vert="horz" lIns="91440" tIns="182880" rIns="91440" bIns="45720" rtlCol="0">
            <a:normAutofit/>
          </a:bodyPr>
          <a:lstStyle>
            <a:lvl1pPr marL="45720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3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097280" indent="-457200" algn="l" defTabSz="4389120" rtl="0" eaLnBrk="1" latinLnBrk="0" hangingPunct="1">
              <a:lnSpc>
                <a:spcPct val="100000"/>
              </a:lnSpc>
              <a:spcBef>
                <a:spcPts val="1200"/>
              </a:spcBef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Describe sample data for each table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67DDB97-ABDB-48D1-8BA6-E1A151934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4171966"/>
            <a:ext cx="12647544" cy="723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198942"/>
      </p:ext>
    </p:extLst>
  </p:cSld>
  <p:clrMapOvr>
    <a:masterClrMapping/>
  </p:clrMapOvr>
</p:sld>
</file>

<file path=ppt/theme/theme1.xml><?xml version="1.0" encoding="utf-8"?>
<a:theme xmlns:a="http://schemas.openxmlformats.org/drawingml/2006/main" name="Science Poster">
  <a:themeElements>
    <a:clrScheme name="Science Poster">
      <a:dk1>
        <a:srgbClr val="000000"/>
      </a:dk1>
      <a:lt1>
        <a:sysClr val="window" lastClr="FFFFFF"/>
      </a:lt1>
      <a:dk2>
        <a:srgbClr val="1B1B1B"/>
      </a:dk2>
      <a:lt2>
        <a:srgbClr val="E5E8E8"/>
      </a:lt2>
      <a:accent1>
        <a:srgbClr val="00B0EA"/>
      </a:accent1>
      <a:accent2>
        <a:srgbClr val="45AE22"/>
      </a:accent2>
      <a:accent3>
        <a:srgbClr val="FFFF00"/>
      </a:accent3>
      <a:accent4>
        <a:srgbClr val="F2760D"/>
      </a:accent4>
      <a:accent5>
        <a:srgbClr val="BB2B35"/>
      </a:accent5>
      <a:accent6>
        <a:srgbClr val="6C3CA2"/>
      </a:accent6>
      <a:hlink>
        <a:srgbClr val="00B0EA"/>
      </a:hlink>
      <a:folHlink>
        <a:srgbClr val="9696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 sz="6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4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60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3AC1795-03CA-4218-8E9C-394F2C72EB71}" vid="{9E91E023-53D0-48CE-AFD1-CE3DA49243D0}"/>
    </a:ext>
  </a:extLst>
</a:theme>
</file>

<file path=ppt/theme/theme2.xml><?xml version="1.0" encoding="utf-8"?>
<a:theme xmlns:a="http://schemas.openxmlformats.org/drawingml/2006/main" name="Office Theme">
  <a:themeElements>
    <a:clrScheme name="Science Poster">
      <a:dk1>
        <a:srgbClr val="000000"/>
      </a:dk1>
      <a:lt1>
        <a:sysClr val="window" lastClr="FFFFFF"/>
      </a:lt1>
      <a:dk2>
        <a:srgbClr val="1B1B1B"/>
      </a:dk2>
      <a:lt2>
        <a:srgbClr val="E5E8E8"/>
      </a:lt2>
      <a:accent1>
        <a:srgbClr val="00B0EA"/>
      </a:accent1>
      <a:accent2>
        <a:srgbClr val="45AE22"/>
      </a:accent2>
      <a:accent3>
        <a:srgbClr val="FFFF00"/>
      </a:accent3>
      <a:accent4>
        <a:srgbClr val="F2760D"/>
      </a:accent4>
      <a:accent5>
        <a:srgbClr val="BB2B35"/>
      </a:accent5>
      <a:accent6>
        <a:srgbClr val="6C3CA2"/>
      </a:accent6>
      <a:hlink>
        <a:srgbClr val="00B0EA"/>
      </a:hlink>
      <a:folHlink>
        <a:srgbClr val="9696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Science Poster">
      <a:dk1>
        <a:srgbClr val="000000"/>
      </a:dk1>
      <a:lt1>
        <a:sysClr val="window" lastClr="FFFFFF"/>
      </a:lt1>
      <a:dk2>
        <a:srgbClr val="1B1B1B"/>
      </a:dk2>
      <a:lt2>
        <a:srgbClr val="E5E8E8"/>
      </a:lt2>
      <a:accent1>
        <a:srgbClr val="00B0EA"/>
      </a:accent1>
      <a:accent2>
        <a:srgbClr val="45AE22"/>
      </a:accent2>
      <a:accent3>
        <a:srgbClr val="FFFF00"/>
      </a:accent3>
      <a:accent4>
        <a:srgbClr val="F2760D"/>
      </a:accent4>
      <a:accent5>
        <a:srgbClr val="BB2B35"/>
      </a:accent5>
      <a:accent6>
        <a:srgbClr val="6C3CA2"/>
      </a:accent6>
      <a:hlink>
        <a:srgbClr val="00B0EA"/>
      </a:hlink>
      <a:folHlink>
        <a:srgbClr val="96969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99B7E175-EA31-4EB5-9BCC-A945A810367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Science project poster</Template>
  <TotalTime>0</TotalTime>
  <Words>120</Words>
  <Application>Microsoft Office PowerPoint</Application>
  <PresentationFormat>Personalizado</PresentationFormat>
  <Paragraphs>21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4" baseType="lpstr">
      <vt:lpstr>Arial</vt:lpstr>
      <vt:lpstr>Calibri Light</vt:lpstr>
      <vt:lpstr>Science Poster</vt:lpstr>
      <vt:lpstr>Database Project Title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/>
  <cp:revision>1</cp:revision>
  <dcterms:created xsi:type="dcterms:W3CDTF">2016-11-28T02:36:27Z</dcterms:created>
  <dcterms:modified xsi:type="dcterms:W3CDTF">2025-12-08T02:04:06Z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TC040013439991</vt:lpwstr>
  </property>
</Properties>
</file>